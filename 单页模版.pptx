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0" r:id="rId4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刘林麒" initials="刘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104866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6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A9A0EA98-5831-4853-B862-C702E6EB345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60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>
            <a:lumMod val="75000"/>
          </a:schemeClr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0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4870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</a:fld>
            <a:endParaRPr lang="en-US" dirty="0"/>
          </a:p>
        </p:txBody>
      </p:sp>
      <p:sp>
        <p:nvSpPr>
          <p:cNvPr id="104870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70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104870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48667" name="Text Placeholder 2"/>
          <p:cNvSpPr>
            <a:spLocks noGrp="1"/>
          </p:cNvSpPr>
          <p:nvPr>
            <p:ph type="body" idx="1"/>
          </p:nvPr>
        </p:nvSpPr>
        <p:spPr>
          <a:xfrm>
            <a:off x="1261872" y="5000436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68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81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8682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9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95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96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869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98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8699" name="Date Placeholder 6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p>
            <a:fld id="{1BA7A723-92A7-435B-B681-F25B092FEFEB}" type="datetimeFigureOut">
              <a:rPr lang="en-US" dirty="0"/>
            </a:fld>
            <a:endParaRPr lang="en-US" dirty="0"/>
          </a:p>
        </p:txBody>
      </p:sp>
      <p:sp>
        <p:nvSpPr>
          <p:cNvPr id="1048700" name="Footer Placeholder 7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p>
            <a:endParaRPr lang="en-US" dirty="0"/>
          </a:p>
        </p:txBody>
      </p:sp>
      <p:sp>
        <p:nvSpPr>
          <p:cNvPr id="104870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77" name="Date Placeholder 2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p>
            <a:fld id="{4F170639-886C-4FCF-9EAB-ABB5DA3F3F4A}" type="datetimeFigureOut">
              <a:rPr lang="en-US" dirty="0"/>
            </a:fld>
            <a:endParaRPr lang="en-US" dirty="0"/>
          </a:p>
        </p:txBody>
      </p:sp>
      <p:sp>
        <p:nvSpPr>
          <p:cNvPr id="1048678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p>
            <a:endParaRPr lang="en-US" dirty="0"/>
          </a:p>
        </p:txBody>
      </p:sp>
      <p:sp>
        <p:nvSpPr>
          <p:cNvPr id="104867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Date Placeholder 1"/>
          <p:cNvSpPr>
            <a:spLocks noGrp="1"/>
          </p:cNvSpPr>
          <p:nvPr>
            <p:ph type="dt" sz="half" idx="10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/>
          <a:p>
            <a:fld id="{22230651-31F4-45D2-98AE-A2108F41BC07}" type="datetimeFigureOut">
              <a:rPr lang="en-US" dirty="0"/>
            </a:fld>
            <a:endParaRPr lang="en-US" dirty="0"/>
          </a:p>
        </p:txBody>
      </p:sp>
      <p:sp>
        <p:nvSpPr>
          <p:cNvPr id="1048686" name="Footer Placeholder 2"/>
          <p:cNvSpPr>
            <a:spLocks noGrp="1"/>
          </p:cNvSpPr>
          <p:nvPr>
            <p:ph type="ftr" sz="quarter" idx="11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/>
          <a:p>
            <a:endParaRPr lang="en-US" dirty="0"/>
          </a:p>
        </p:txBody>
      </p:sp>
      <p:sp>
        <p:nvSpPr>
          <p:cNvPr id="104868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70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48671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9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90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1048691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7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8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909" y="456134"/>
            <a:ext cx="1073672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6075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4867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56" y="1512875"/>
            <a:ext cx="10729645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charset="-122"/>
                <a:ea typeface="微软雅黑" panose="020B0503020204020204" charset="-122"/>
              </a:defRPr>
            </a:lvl2pPr>
            <a:lvl3pPr marL="109791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charset="-122"/>
                <a:ea typeface="微软雅黑" panose="020B050302020402020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image" Target="../media/image2.jpeg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648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2097152" name="图片 3" descr="C:\Users\Administrator\Desktop\华为模板底板.jpg华为模板底板"/>
          <p:cNvPicPr>
            <a:picLocks noChangeAspect="1"/>
          </p:cNvPicPr>
          <p:nvPr userDrawn="1"/>
        </p:nvPicPr>
        <p:blipFill>
          <a:blip r:embed="rId15"/>
          <a:srcRect/>
          <a:stretch>
            <a:fillRect/>
          </a:stretch>
        </p:blipFill>
        <p:spPr>
          <a:xfrm>
            <a:off x="90835" y="-5397"/>
            <a:ext cx="12232005" cy="6868795"/>
          </a:xfrm>
          <a:prstGeom prst="rect">
            <a:avLst/>
          </a:prstGeom>
          <a:noFill/>
        </p:spPr>
      </p:pic>
      <p:sp>
        <p:nvSpPr>
          <p:cNvPr id="1048649" name="矩形 1"/>
          <p:cNvSpPr/>
          <p:nvPr userDrawn="1"/>
        </p:nvSpPr>
        <p:spPr>
          <a:xfrm>
            <a:off x="11057579" y="5674125"/>
            <a:ext cx="1005234" cy="82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155" name="Rectangle 2097154"/>
          <p:cNvSpPr/>
          <p:nvPr/>
        </p:nvSpPr>
        <p:spPr>
          <a:xfrm>
            <a:off x="4438650" y="1713865"/>
            <a:ext cx="3360000" cy="2520000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[现场照片]</a:t>
            </a:r>
          </a:p>
        </p:txBody>
      </p:sp>
      <p:sp>
        <p:nvSpPr>
          <p:cNvPr id="2097156" name="Rectangle 2097155"/>
          <p:cNvSpPr/>
          <p:nvPr/>
        </p:nvSpPr>
        <p:spPr>
          <a:xfrm>
            <a:off x="381000" y="1713865"/>
            <a:ext cx="3524885" cy="2520315"/>
          </a:xfrm>
          <a:prstGeom prst="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[</a:t>
            </a:r>
            <a:r>
              <a:rPr lang="zh-CN"/>
              <a:t>平面索引</a:t>
            </a:r>
            <a:r>
              <a:t>]</a:t>
            </a:r>
          </a:p>
        </p:txBody>
      </p:sp>
      <p:sp>
        <p:nvSpPr>
          <p:cNvPr id="1048651" name="文本框 5"/>
          <p:cNvSpPr txBox="1"/>
          <p:nvPr/>
        </p:nvSpPr>
        <p:spPr>
          <a:xfrm>
            <a:off x="656853" y="170647"/>
            <a:ext cx="899514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800" b="1">
                <a:solidFill>
                  <a:srgbClr val="FF0000"/>
                </a:solidFill>
              </a:rPr>
              <a:t>店铺问题-</a:t>
            </a:r>
            <a:r>
              <a:rPr sz="2800" b="1">
                <a:solidFill>
                  <a:srgbClr val="FF0000"/>
                </a:solidFill>
                <a:sym typeface="+mn-ea"/>
              </a:rPr>
              <a:t>[</a:t>
            </a:r>
            <a:r>
              <a:rPr sz="2800" b="1">
                <a:solidFill>
                  <a:srgbClr val="FF0000"/>
                </a:solidFill>
              </a:rPr>
              <a:t>分类</a:t>
            </a:r>
            <a:r>
              <a:rPr sz="2800" b="1">
                <a:solidFill>
                  <a:srgbClr val="FF0000"/>
                </a:solidFill>
                <a:sym typeface="+mn-ea"/>
              </a:rPr>
              <a:t>]</a:t>
            </a:r>
            <a:r>
              <a:rPr sz="2800" b="1">
                <a:solidFill>
                  <a:srgbClr val="FF0000"/>
                </a:solidFill>
              </a:rPr>
              <a:t>：</a:t>
            </a:r>
            <a:r>
              <a:rPr sz="2800" b="1">
                <a:solidFill>
                  <a:srgbClr val="FF0000"/>
                </a:solidFill>
                <a:sym typeface="+mn-ea"/>
              </a:rPr>
              <a:t>[</a:t>
            </a:r>
            <a:r>
              <a:rPr sz="2800" b="1">
                <a:solidFill>
                  <a:srgbClr val="FF0000"/>
                </a:solidFill>
              </a:rPr>
              <a:t>标题]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7" name="组合 2"/>
          <p:cNvGrpSpPr/>
          <p:nvPr/>
        </p:nvGrpSpPr>
        <p:grpSpPr>
          <a:xfrm>
            <a:off x="7969012" y="727708"/>
            <a:ext cx="3297146" cy="5551159"/>
            <a:chOff x="7047304" y="694611"/>
            <a:chExt cx="3297146" cy="5923115"/>
          </a:xfrm>
          <a:noFill/>
        </p:grpSpPr>
        <p:sp>
          <p:nvSpPr>
            <p:cNvPr id="1048654" name="Rectangle 23"/>
            <p:cNvSpPr/>
            <p:nvPr/>
          </p:nvSpPr>
          <p:spPr bwMode="auto">
            <a:xfrm>
              <a:off x="7047304" y="694611"/>
              <a:ext cx="2910840" cy="4216504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just" eaLnBrk="1" hangingPunct="1"/>
              <a:endParaRPr lang="zh-CN" altLang="en-US" b="1"/>
            </a:p>
          </p:txBody>
        </p:sp>
        <p:sp>
          <p:nvSpPr>
            <p:cNvPr id="1048655" name="Rectangle 24"/>
            <p:cNvSpPr/>
            <p:nvPr/>
          </p:nvSpPr>
          <p:spPr bwMode="auto">
            <a:xfrm>
              <a:off x="7047304" y="694611"/>
              <a:ext cx="2910840" cy="479457"/>
            </a:xfrm>
            <a:prstGeom prst="rect">
              <a:avLst/>
            </a:prstGeom>
            <a:grp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/>
              <a:r>
                <a:rPr lang="zh-CN" altLang="en-US" sz="1600" b="1" dirty="0">
                  <a:solidFill>
                    <a:schemeClr val="tx1"/>
                  </a:solidFill>
                </a:rPr>
                <a:t>解决结果及图片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048656" name="Rectangle 25"/>
            <p:cNvSpPr/>
            <p:nvPr/>
          </p:nvSpPr>
          <p:spPr bwMode="auto">
            <a:xfrm>
              <a:off x="7433610" y="5997333"/>
              <a:ext cx="2910840" cy="620393"/>
            </a:xfrm>
            <a:prstGeom prst="rect">
              <a:avLst/>
            </a:prstGeom>
            <a:grp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p>
              <a:pPr algn="just" eaLnBrk="1" hangingPunct="1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整改完成时间：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8657" name="Rectangle 26"/>
            <p:cNvSpPr/>
            <p:nvPr/>
          </p:nvSpPr>
          <p:spPr bwMode="auto">
            <a:xfrm>
              <a:off x="7445040" y="5007418"/>
              <a:ext cx="2888317" cy="893451"/>
            </a:xfrm>
            <a:prstGeom prst="rect">
              <a:avLst/>
            </a:prstGeom>
            <a:grp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p>
              <a:pPr algn="just" eaLnBrk="1" hangingPunct="1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验收整改意见：</a:t>
              </a:r>
              <a:endParaRPr lang="en-US" altLang="zh-CN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 eaLnBrk="1" hangingPunct="1"/>
              <a:endParaRPr lang="zh-CN" altLang="en-US" sz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8" name="组合 3"/>
          <p:cNvGrpSpPr/>
          <p:nvPr/>
        </p:nvGrpSpPr>
        <p:grpSpPr>
          <a:xfrm>
            <a:off x="4371584" y="704884"/>
            <a:ext cx="3427095" cy="5559378"/>
            <a:chOff x="4463024" y="670333"/>
            <a:chExt cx="3427095" cy="5931757"/>
          </a:xfrm>
        </p:grpSpPr>
        <p:sp>
          <p:nvSpPr>
            <p:cNvPr id="1048658" name="Rectangle 20"/>
            <p:cNvSpPr/>
            <p:nvPr/>
          </p:nvSpPr>
          <p:spPr bwMode="auto">
            <a:xfrm>
              <a:off x="4463024" y="670333"/>
              <a:ext cx="3427095" cy="47901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eaLnBrk="1" hangingPunct="1"/>
              <a:r>
                <a:rPr lang="zh-CN" altLang="en-US" sz="1600" b="1" dirty="0">
                  <a:solidFill>
                    <a:schemeClr val="tx1"/>
                  </a:solidFill>
                </a:rPr>
                <a:t>问题图片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048659" name="Rectangle 26"/>
            <p:cNvSpPr/>
            <p:nvPr/>
          </p:nvSpPr>
          <p:spPr bwMode="auto">
            <a:xfrm>
              <a:off x="4530334" y="4766024"/>
              <a:ext cx="3195955" cy="319118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p>
              <a:pPr defTabSz="1058545">
                <a:spcBef>
                  <a:spcPct val="50000"/>
                </a:spcBef>
              </a:pP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现场问题情况说明（需注明数量）：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1058545">
                <a:spcBef>
                  <a:spcPct val="50000"/>
                </a:spcBef>
              </a:pPr>
              <a:endParaRPr lang="zh-CN" altLang="en-US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48660" name="Rectangle 25"/>
            <p:cNvSpPr/>
            <p:nvPr/>
          </p:nvSpPr>
          <p:spPr bwMode="auto">
            <a:xfrm>
              <a:off x="4594469" y="5981697"/>
              <a:ext cx="3209850" cy="620393"/>
            </a:xfrm>
            <a:prstGeom prst="rect">
              <a:avLst/>
            </a:prstGeom>
            <a:noFill/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p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整改时限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  <a:r>
                <a:rPr lang="en-US" altLang="zh-CN" sz="120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2026年6月24日整改完成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en-US" altLang="zh-CN" sz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48661" name="椭圆 9"/>
          <p:cNvSpPr/>
          <p:nvPr/>
        </p:nvSpPr>
        <p:spPr>
          <a:xfrm>
            <a:off x="5861685" y="2669540"/>
            <a:ext cx="447040" cy="46863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8662" name="椭圆 10"/>
          <p:cNvSpPr/>
          <p:nvPr/>
        </p:nvSpPr>
        <p:spPr>
          <a:xfrm rot="5400000">
            <a:off x="1996440" y="2748280"/>
            <a:ext cx="451485" cy="451485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Rectangle 18"/>
          <p:cNvSpPr/>
          <p:nvPr/>
        </p:nvSpPr>
        <p:spPr bwMode="auto">
          <a:xfrm>
            <a:off x="170180" y="696595"/>
            <a:ext cx="3961765" cy="48006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eaLnBrk="1" hangingPunct="1"/>
            <a:r>
              <a:rPr lang="zh-CN" altLang="en-US" sz="1600" b="1" dirty="0">
                <a:solidFill>
                  <a:schemeClr val="tx1"/>
                </a:solidFill>
              </a:rPr>
              <a:t>平面索引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8650" y="4842510"/>
            <a:ext cx="3193415" cy="871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200">
                <a:solidFill>
                  <a:srgbClr val="000000"/>
                </a:solidFill>
                <a:sym typeface="+mn-ea"/>
              </a:rPr>
              <a:t>[</a:t>
            </a:r>
            <a:r>
              <a:rPr lang="zh-CN" sz="1200">
                <a:solidFill>
                  <a:srgbClr val="000000"/>
                </a:solidFill>
                <a:sym typeface="+mn-ea"/>
              </a:rPr>
              <a:t>问题描述</a:t>
            </a:r>
            <a:r>
              <a:rPr sz="1200">
                <a:solidFill>
                  <a:srgbClr val="000000"/>
                </a:solidFill>
                <a:sym typeface="+mn-ea"/>
              </a:rPr>
              <a:t>]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200"/>
          </a:p>
        </p:txBody>
      </p:sp>
      <p:sp>
        <p:nvSpPr>
          <p:cNvPr id="2097157" name="TextBox 2097156"/>
          <p:cNvSpPr txBox="1"/>
          <p:nvPr/>
        </p:nvSpPr>
        <p:spPr>
          <a:xfrm>
            <a:off x="8366760" y="5033645"/>
            <a:ext cx="3193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0000"/>
                </a:solidFill>
                <a:latin typeface="微软雅黑" panose="020B0503020204020204" charset="-122"/>
              </a:defRPr>
            </a:pPr>
            <a:r>
              <a:t>[整改建议]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视图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WPS 演示</Application>
  <PresentationFormat/>
  <Paragraphs>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 2</vt:lpstr>
      <vt:lpstr>微软雅黑</vt:lpstr>
      <vt:lpstr>.AppleSystemUIFont</vt:lpstr>
      <vt:lpstr>Segoe Print</vt:lpstr>
      <vt:lpstr>Century Schoolbook</vt:lpstr>
      <vt:lpstr>Arial Unicode MS</vt:lpstr>
      <vt:lpstr>Calibri</vt:lpstr>
      <vt:lpstr>Calibri Light</vt:lpstr>
      <vt:lpstr>Office 主题</vt:lpstr>
      <vt:lpstr>视图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PLC110</dc:creator>
  <cp:lastModifiedBy>咏</cp:lastModifiedBy>
  <cp:revision>21</cp:revision>
  <dcterms:created xsi:type="dcterms:W3CDTF">2026-04-19T12:52:00Z</dcterms:created>
  <dcterms:modified xsi:type="dcterms:W3CDTF">2026-06-17T08:02:48Z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338D13E6422F4B588AD2CA77189D0E52_13</vt:lpwstr>
  </property>
</Properties>
</file>